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36" autoAdjust="0"/>
  </p:normalViewPr>
  <p:slideViewPr>
    <p:cSldViewPr snapToGrid="0">
      <p:cViewPr>
        <p:scale>
          <a:sx n="100" d="100"/>
          <a:sy n="100" d="100"/>
        </p:scale>
        <p:origin x="43"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07.11.2025</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‹Nº›</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07.11.2025</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‹Nº›</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07.11.2025</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‹Nº›</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07.11.2025</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‹Nº›</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07.11.2025</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‹Nº›</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07.11.2025</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‹Nº›</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07.11.2025</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‹Nº›</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07.11.2025</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‹Nº›</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07.11.2025</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‹Nº›</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07.11.2025</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‹Nº›</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07.11.2025</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‹Nº›</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07.11.2025</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‹Nº›</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r>
              <a:rPr lang="nb-NO"/>
              <a:t>Ali Ahmad</a:t>
            </a:r>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a:t>
            </a:r>
            <a:r>
              <a:rPr lang="en-US" dirty="0">
                <a:highlight>
                  <a:srgbClr val="FFFF00"/>
                </a:highlight>
              </a:rPr>
              <a:t>is facing reduced customer engagement and conversion rates despite launching several new online marketing campaigns</a:t>
            </a:r>
            <a:r>
              <a:rPr lang="en-US" dirty="0"/>
              <a:t>. They are reaching out to you to help conduct a detailed analysis and </a:t>
            </a:r>
            <a:r>
              <a:rPr lang="en-US" dirty="0">
                <a:highlight>
                  <a:srgbClr val="FFFF00"/>
                </a:highlight>
              </a:rPr>
              <a:t>identify areas for improvement in their marketing strategies</a:t>
            </a:r>
            <a:r>
              <a:rPr lang="en-US" dirty="0"/>
              <a:t>.</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a:t>
            </a:r>
            <a:r>
              <a:rPr lang="en-US" dirty="0">
                <a:highlight>
                  <a:srgbClr val="FFFF00"/>
                </a:highlight>
              </a:rPr>
              <a:t>facing some challenges with our marketing campaigns </a:t>
            </a:r>
            <a:r>
              <a:rPr lang="en-US" dirty="0"/>
              <a:t>lately, and I’m reaching out to request your expertise in data analysis to help us identify areas for improvement.</a:t>
            </a:r>
          </a:p>
          <a:p>
            <a:pPr marL="0" indent="0">
              <a:lnSpc>
                <a:spcPct val="170000"/>
              </a:lnSpc>
              <a:buNone/>
            </a:pPr>
            <a:r>
              <a:rPr lang="en-US" dirty="0"/>
              <a:t>Despite our increased investment in marketing, we’ve </a:t>
            </a:r>
            <a:r>
              <a:rPr lang="en-US" dirty="0">
                <a:highlight>
                  <a:srgbClr val="FFFF00"/>
                </a:highlight>
              </a:rPr>
              <a:t>observed a decline in customer engagement and conversion rates</a:t>
            </a:r>
            <a:r>
              <a:rPr lang="en-US" dirty="0"/>
              <a:t>. Our marketing expenses have gone up, but the return on investment isn’t meeting our expectations. </a:t>
            </a:r>
            <a:r>
              <a:rPr lang="en-US" dirty="0">
                <a:highlight>
                  <a:srgbClr val="FFFF00"/>
                </a:highlight>
              </a:rPr>
              <a:t>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a:t>
            </a:r>
            <a:r>
              <a:rPr lang="en-US" dirty="0">
                <a:highlight>
                  <a:srgbClr val="FFFF00"/>
                </a:highlight>
              </a:rPr>
              <a:t>customer reviews, social media comments, and campaign performance metrics</a:t>
            </a:r>
            <a:r>
              <a:rPr lang="en-US" dirty="0"/>
              <a:t>.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t>
            </a:r>
            <a:r>
              <a:rPr lang="en-US" dirty="0">
                <a:highlight>
                  <a:srgbClr val="FFFF00"/>
                </a:highlight>
              </a:rPr>
              <a:t>analyzing our customer feedback. </a:t>
            </a:r>
            <a:r>
              <a:rPr lang="en-US" dirty="0"/>
              <a:t>Over the past few months, we’ve noticed a </a:t>
            </a:r>
            <a:r>
              <a:rPr lang="en-US" dirty="0">
                <a:highlight>
                  <a:srgbClr val="FFFF00"/>
                </a:highlight>
              </a:rPr>
              <a:t>drop in customer engagement and satisfaction</a:t>
            </a:r>
            <a:r>
              <a:rPr lang="en-US" dirty="0"/>
              <a:t>, which is impacting our overall conversion rates.</a:t>
            </a:r>
          </a:p>
          <a:p>
            <a:pPr marL="0" indent="0">
              <a:lnSpc>
                <a:spcPct val="170000"/>
              </a:lnSpc>
              <a:buNone/>
            </a:pPr>
            <a:r>
              <a:rPr lang="en-US" dirty="0"/>
              <a:t>We’ve gathered a significant amount of </a:t>
            </a:r>
            <a:r>
              <a:rPr lang="en-US" dirty="0">
                <a:highlight>
                  <a:srgbClr val="FFFF00"/>
                </a:highlight>
              </a:rPr>
              <a:t>customer reviews and social media comments that highlight various issues and sentiments</a:t>
            </a:r>
            <a:r>
              <a:rPr lang="en-US" dirty="0"/>
              <a:t>.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595</TotalTime>
  <Words>614</Words>
  <Application>Microsoft Office PowerPoint</Application>
  <PresentationFormat>Panorámica</PresentationFormat>
  <Paragraphs>39</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Erik Estefan Sanchez Mendez</cp:lastModifiedBy>
  <cp:revision>4</cp:revision>
  <dcterms:created xsi:type="dcterms:W3CDTF">2024-07-20T13:50:58Z</dcterms:created>
  <dcterms:modified xsi:type="dcterms:W3CDTF">2025-11-08T00:14:27Z</dcterms:modified>
</cp:coreProperties>
</file>